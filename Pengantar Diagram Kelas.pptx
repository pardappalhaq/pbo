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PEMODELAN PERANGKAT LUNAK · UML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Pengantar Diagram Kelas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struktur objek, atribut, dan relasi dalam sebuah sistem melalui notasi UML Class Diagram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38160" y="1737360"/>
            <a:ext cx="301752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737360"/>
            <a:ext cx="3017520" cy="457200"/>
          </a:xfrm>
          <a:prstGeom prst="rect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NamaKelas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3520440"/>
            <a:ext cx="301752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94560"/>
            <a:ext cx="2798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atribut1: Tipe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atribut2: Tipe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520440"/>
            <a:ext cx="2798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operasi1()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operasi2()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Diagram Kelas?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Kelas (Class Diagram) adalah diagram struktural dalam UML yang menggambarkan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kelas, atribut, operasi, dan relasi antar objek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dalam sebuah sistem perangkat lunak.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08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cetak biru (blueprint) struktur statis sistem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3016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57530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bagaimana antar-kelas saling terhubung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142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utama sebelum implementasi kode program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Kelas Mobil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1645920"/>
            <a:ext cx="384048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645920"/>
            <a:ext cx="3840480" cy="45720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3524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3520440"/>
            <a:ext cx="38404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44968" y="2103120"/>
            <a:ext cx="36210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merek: String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warna: String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kecepatan: int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44968" y="3520440"/>
            <a:ext cx="36210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nyalakanMesin()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berhenti()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tambahKecepatan()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NOTASI DASAR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Kotak Kelas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kelas digambarkan sebagai kotak persegi yang terbagi atas tiga bagian utama.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657600" cy="3749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365760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697480"/>
            <a:ext cx="3438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nim: String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nama: String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ipk: double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343400"/>
            <a:ext cx="3438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daftarUlang()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ambilMataKuliah()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2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lihatNilai()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2768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Kelas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697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atas berisi nama entitas/objek yang dimodelkan, ditulis dengan huruf kapital di awal kata.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5570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9776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tengah memuat data atau properti yang dimiliki kelas, lengkap dengan tipe datanya.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4892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634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48371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/ Metode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52578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bawah berisi perilaku atau fungsi yang dapat dilakukan oleh kelas tersebut.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ANGGOTA KELAS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Simbol Visibilitas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 di depan atribut/operasi menunjukkan tingkat akses terhadap anggota kelas tersebut.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590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diakses dari kelas mana pun tanpa batasan.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7972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7972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dapat diakses dari dalam kelas itu sendiri.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10044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10044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diakses oleh kelas itu sendiri dan turunannya.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72116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72116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317736" y="40233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diakses oleh kelas dalam satu paket yang sama.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ANTAR KELAS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Jenis-Jenis Relasi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Asosiasi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600200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umum antar dua kelas yang saling berinteraksi.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0" y="1819656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819656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1947672"/>
            <a:ext cx="1371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86584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386584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"memiliki" namun bagian dapat berdiri sendiri.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606040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606040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59752" y="2734056"/>
            <a:ext cx="11155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85432" y="2624328"/>
            <a:ext cx="274320" cy="219456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72968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Komposisi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172968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"memiliki" yang kuat; bagian tidak dapat berdiri sendiri.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3392424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392424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3520440"/>
            <a:ext cx="11155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85432" y="3410712"/>
            <a:ext cx="274320" cy="219456"/>
          </a:xfrm>
          <a:prstGeom prst="diamond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5935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Generalisasi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959352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pewarisan sifat dari kelas induk ke kelas turunan.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178808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4178808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306824"/>
            <a:ext cx="11155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7982712" y="4178808"/>
            <a:ext cx="274320" cy="256032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74573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Dependensi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4745736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kelas bergantung sementara pada kelas lain.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4965192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965192"/>
            <a:ext cx="45720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093208"/>
            <a:ext cx="1371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KARDINALITAS RELASI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Multiplisitas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pada ujung garis relasi menunjukkan berapa banyak objek yang dapat terlibat dalam hubungan tersebut.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960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 satu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960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986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0..1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898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 atau satu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960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6557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0..*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4655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 atau lebih (banyak)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960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03250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1..*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0325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atau lebih (banyak)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99432"/>
            <a:ext cx="960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994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599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tertentu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Penerapan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2880360"/>
            <a:ext cx="1737360" cy="640080"/>
          </a:xfrm>
          <a:prstGeom prst="rect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26880" y="2880360"/>
            <a:ext cx="1737360" cy="640080"/>
          </a:xfrm>
          <a:prstGeom prst="rect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MataKuliah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00400"/>
            <a:ext cx="1554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2532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25328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Dosen dapat mengajar nol atau lebih Mata Kuliah.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4114800" cy="41148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Diagram Kelas Penting?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3944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Biru Sistem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Menggambarkan struktur data dan logika sistem secara visual sebelum coding dimulai.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3944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Perancangan Kode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Kelas, atribut, dan metode dapat langsung diterjemahkan ke bahasa pemrograman.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3944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2860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Tim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bahasa visual bersama antara analis, developer, dan stakeholder.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kelas adalah fondasi pemodelan berorientasi objek — kuasai ini, dan struktur sistem menjadi lebih mudah dipahami.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2026-08-31T22:18:53Z</dcterms:created>
  <dcterms:modified xsi:type="dcterms:W3CDTF">2026-08-31T22:18:53Z</dcterms:modified>
</cp:coreProperties>
</file>