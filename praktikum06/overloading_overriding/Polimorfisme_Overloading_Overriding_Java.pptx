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perkenalkan tiga konsep yang saling berkaitan dalam OOP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dengan Java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Polimorfisme, Overloading, dan Overriding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nama method, banyak perilaku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60720" y="38404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2C3A52"/>
          </a:solidFill>
          <a:ln w="12700">
            <a:solidFill>
              <a:srgbClr val="2C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3931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obj.suara(); //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perilaku ditentukan objek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Konsep Utama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satu objek atau method untuk mengambil banyak bentuk perilaku.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method bernama sama dengan daftar parameter berbeda dalam satu kelas.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Overriding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menulis ulang method milik superclass dengan implementasi sendiri.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Polimorfisme?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Berasal dari bahasa Yunani: poly (banyak) dan morph (bentuk).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antarmuka (nama method atau tipe referensi) dapat menghasilkan perilaku berbeda tergantung konteksnya.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Manfaat: kode lebih fleksibel, mudah dikembangkan, dan mengurangi duplikasi.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83480" y="155448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83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508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Polimorfisme Statis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Diwujudkan dengan Overloading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9718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Polimorfisme Dinamis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Diwujudkan dengan Overriding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bernama sama, tetapi parameter berbeda.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jumlah parameter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tipe data parameter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urutan tipe parameter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 saja tidak cukup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saat kompilasi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80160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Kalkulator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tambah(int a, int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tambah(double a, double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tambah(int a, int b, int c)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 + 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39319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pemanggilan: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tambah(2, 3) -&gt; 5   tambah(2.5, 1.5) -&gt; 4.0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tambah(1, 2, 3) -&gt;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mengganti implementasi method superclass.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pada pewarisan (extends)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Nama, parameter, dan return type sama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tidak boleh lebih sempit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anotasi @Override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Dipilih saat program berjalan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801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Hewan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suara()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System.out.println("...");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Kucing extends Hewan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suara()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System.out.println("Meong");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406908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Kucing().suara() -&gt; Meong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Polimorfisme dalam Aksi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Upcasting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00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Hewan menampung objek Kucing atau Anjing.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dispatch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memilih method sesuai objek asli saat runtime.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tipe, banyak perilaku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Pemanggilan sama, hasil berbeda.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280160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Anjing extends Hewan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suara()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System.out.println("Guk guk");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Hewan a = new Kucing();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Hewan b = new Anjing();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a.suara();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b.suara();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93192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Meong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Guk guk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Overloading vs Overriding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Overloading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Dalam satu kelas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Antara superclass dan subclass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Harus berbeda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Harus sama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atau covariant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pengikatan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(static binding)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(dynamic binding)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polimorfisme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@Override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Kesalahan Umum dan Tips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Hanya beda return 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overloading dan menyebabkan compile error.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508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Lupa @Override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ketik nama method malah membuat method baru tanpa peringatan.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static, private, final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jenis ini tidak dapat di-override.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Akses lebih sempit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 superclass tidak boleh menjadi private di subclass.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Polimorfisme: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bentuk pemanggilan, banyak perilaku.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377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sama, parameter beda, dipilih saat kompilasi.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83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mengganti method induk, dipilih saat runtime.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Polimorfisme, Overloading, dan Overriding di Java</dc:title>
  <dc:subject>PptxGenJS Presentation</dc:subject>
  <dc:creator>PptxGenJS</dc:creator>
  <cp:lastModifiedBy>PptxGenJS</cp:lastModifiedBy>
  <cp:revision>1</cp:revision>
  <dcterms:created xsi:type="dcterms:W3CDTF">2026-09-29T04:46:53Z</dcterms:created>
  <dcterms:modified xsi:type="dcterms:W3CDTF">2026-09-29T04:46:53Z</dcterms:modified>
</cp:coreProperties>
</file>